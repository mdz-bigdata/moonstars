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大数据湖流一体架构设计与实施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面向实时分析与智能决策的统一数据底座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封面页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大数据湖流一体架构设计与实施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面向实时分析与智能决策的统一数据底座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2024年企业级数据平台白皮书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目录页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1. 架构概述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2. 核心组成部分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3. 数据流图详解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4. 技术选型对比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5. 实施建议与路线图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6.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什么是大数据湖流一体架构？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融合数据湖（Lake）与流式处理（Streaming）能力的统一架构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打破批处理与实时处理的边界，实现T+0到毫秒级响应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以统一元数据、统一存储、统一治理为三大基石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支撑OLAP、AI训练、实时风控、用户行为分析等多场景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架构演进路径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传统数仓（T+1离线）→ 数据湖（弹性存储）→ 流批一体 → 湖流一体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2020年前：Lambda架构（维护两套逻辑）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2022年后：Kappa+Lakehouse成为主流范式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2024趋势：语义层下沉 + 向量湖融合 + AI-Native编排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湖流一体的核心价值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降低TCO：减少冗余计算与存储（实测降低37%资源开销）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提升时效性：从小时级到亚秒级端到端延迟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增强一致性：同一份数据源支持批、流、AI多模消费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加速创新：新业务上线周期缩短至3天内（某金融客户案例）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整体架构全景图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分层设计：接入层 → 存储层 → 计算层 → 服务层 → 应用层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横向能力：元数据管理、权限治理、质量监控、血缘追踪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纵向贯通：事件驱动+物化视图+自动分层（Raw/Clean/Enriched/ML）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核心指标：99.95% SLA，P99延迟&lt;800ms，日均处理12PB事件数据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10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接入层：多源异构数据统一接入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支持结构化（DB日志）、半结构化（JSON/XML）、非结构化（IoT二进制）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CDC能力覆盖MySQL/Oracle/PostgreSQL/SQL Server全系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边缘轻量化Agent（&lt;50MB内存占用），适配K8s/ARM边缘节点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动态Schema推断与变更捕获（Schema Evolution）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存储层：开放格式湖仓融合底座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基于Apache Iceberg构建主存储，兼容S3/OSS/HDFS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统一ACID事务：支持UPSERT/MERGE INTO/Time Travel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Z-Order索引+隐藏分区提升查询性能（TPC-DS Q7提速4.2x）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冷热分离策略：热区SSD缓存+温区对象存储+冷区归档压缩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计算层：流批一体引擎矩阵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Flink SQL作为默认流计算引擎（Stateful Processing + Exactly-once）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Trino/Doris提供交互式即席查询（&lt;5s响应95%查询）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Spark用于重ETL与机器学习特征工程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统一Catalog：Glue/Nessie/Iceberg REST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服务层：统一数据服务网关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Data API：自动生成REST/GraphQL接口，支持OAuth2/JWT鉴权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Feature Store：实时特征在线/离线一致性保障（Feast+Redis+Delta）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Vector Service：嵌入向量索引与混合检索（Milvus+PGVector）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Metrics Layer：预聚合指标+动态维度下钻（Cube.js集成）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治理层：全生命周期数据治理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元数据自动采集（Spark/Flink Job + Hive Metastore + OpenLineage）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敏感字段自动识别（正则+NLP模型双校验）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血缘图谱可视化（支持跨流批任务拓扑渲染）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质量规则引擎：空值率/唯一性/分布漂移实时告警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数据流图：端到端流程详解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1. 业务系统产生事件 → Kafka Topic分区写入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2. Flink实时消费并完成清洗、富化、打标 → 写入Iceberg表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3. Trino按需查询最新快照或时间旅行版本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4. Spark定时作业执行特征衍生与模型训练 → 输出至Feature Store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5. 应用通过API调用实时特征+向量检索结果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13123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数据流向关键细节说明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Kafka分区键=业务主键，保障事件顺序性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Flink Checkpoint间隔≤30s，State Backend使用RocksDB+OSS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Iceberg表采用Partition by event_date + Clustering by user_id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Trino连接器启用Predicate Pushdown与Column Pruning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Feature Store采用Online Redis + Offline Delta双写保障一致性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技术选型总览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接入层：Confluent Platform（商用） / Apache Pulsar（开源）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存储层：Apache Iceberg（首选） / Delta Lake（Azure生态）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计算层：Flink 1.18+（流） / Trino 422+（查） / Spark 3.5+（批）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服务层：Nessie（Catalog） / Feast（Feature） / Milvus（Vector）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Flink vs Spark Streaming 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060704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Spark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毫秒级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秒级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状态管理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RocksDB+Checkpoint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WAL+RDD lineage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API易用性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DataStream/Table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Structured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生态整合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Kafka/Pulsar优先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Hive/Delta/Lakehouse优先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Iceberg vs Delta Lake vs Hudi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Iceberg：强标准兼容（ANSI SQL）、隐藏分区、多引擎支持最佳（Trino/Flink/Spark）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Delta：Databricks深度优化、ACID强、但跨引擎兼容性受限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Hudi：增量更新性能优、适合CDC场景、社区活跃度略低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生产建议：多引擎混合环境选Iceberg；纯Databricks云选Delta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实施阶段一：评估与规划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现状诊断：梳理现有数据源、链路延迟、SLA缺口、治理盲区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场景优先级排序：按ROI与实施难度二维矩阵评估（如实时大屏＞AI训练）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制定分阶段目标：Phase 1（6周）打通核心交易流；Phase 2（12周）构建特征服务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组织准备：设立DataOps小组（含Flink工程师+Lakehouse DBA+治理专家）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实施阶段二：平台搭建与验证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基础设施：部署K8s集群+对象存储+Iceberg Catalog服务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流水线建设：使用Flink SQL构建首条端到端流链路（订单→清洗→统计）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验证指标：端到端延迟≤1.2s，数据准确率≥99.99%，吞吐≥50万events/sec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灰度发布：先接入非核心业务库，再逐步迁移核心系统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实施阶段三：治理与规模化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上线元数据平台（OpenMetadata/Apache Atlas），自动采集覆盖率≥95%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建立数据质量SLO：关键表空值率&lt;0.01%，刷新延迟&lt;30s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推行Data Mesh实践：按域划分Domain Owner，自治建模与发布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持续优化：基于Query Log自动推荐分区策略与Z-Order列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常见挑战与应对策略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挑战1：Flink状态过大导致GC频繁 → 方案：RocksDB增量Checkpoint+State TTL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挑战2：Iceberg小文件过多 → 方案：Auto-compaction+Bin-packing合并策略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挑战3：跨部门数据权限难统一 → 方案：ABAC+Tag-based Policy引擎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挑战4：历史数据回溯成本高 → 方案：Time Travel + Incremental Backfill机制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湖流一体不是技术堆砌，而是以统一存储、统一计算、统一治理为内核的数据范式升级</a:t>
            </a:r>
          </a:p>
          <a:p>
            <a:pPr/>
            <a:r>
              <a:t>成功关键在于‘小步快跑’：优先落地1-2个高价值实时场景，快速验证闭环</a:t>
            </a:r>
          </a:p>
          <a:p>
            <a:pPr/>
            <a:r>
              <a:t>必须将DataOps文化融入研发流程，实现数据开发、测试、发布的自动化与可观测</a:t>
            </a:r>
          </a:p>
          <a:p>
            <a:pPr/>
            <a:r>
              <a:t>未来演进方向是AI-Native：向量湖融合、自然语言查询、自动Schema推理将成为标配</a:t>
            </a:r>
          </a:p>
          <a:p>
            <a:pPr/>
            <a:r>
              <a:t>选择开放标准（Iceberg/Flink/OpenLineage）而非厂商锁定，确保长期可演进性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如有任何问题，欢迎随时沟通！</a:t>
            </a:r>
          </a:p>
          <a:p/>
          <a:p>
            <a:r>
              <a:t>Q&amp;A /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