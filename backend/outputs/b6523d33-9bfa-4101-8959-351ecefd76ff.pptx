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知乎，让每一次点击都充满意义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知乎是一个知识分享与发现的平台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平台致力于让用户的每一次点击都充满意义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欢迎用户来到知乎，探索问题背后的世界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知乎的核心价值在于赋予用户行为以意义</a:t>
            </a:r>
          </a:p>
          <a:p>
            <a:pPr/>
            <a:r>
              <a:t>平台的目标是引导用户深入探索，发现表象之下的本质</a:t>
            </a:r>
          </a:p>
          <a:p>
            <a:pPr/>
            <a:r>
              <a:t>欢迎加入知乎，开启你的知识探索之旅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如有任何问题，欢迎随时沟通！</a:t>
            </a:r>
          </a:p>
          <a:p/>
          <a:p>
            <a:r>
              <a:t>Q&amp;A /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